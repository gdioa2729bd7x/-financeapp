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21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28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40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32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01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73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13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39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23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94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0DF9A-9ED3-43EC-A7BE-FAE160BB5DBA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6CCFB-C849-4C33-9EA0-02A3C4E62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42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Тема: Приложение для учета расхода финансов </a:t>
            </a:r>
            <a:r>
              <a:rPr lang="en-US"/>
              <a:t>Finance App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9381" y="4957013"/>
            <a:ext cx="5264727" cy="1655762"/>
          </a:xfrm>
        </p:spPr>
        <p:txBody>
          <a:bodyPr/>
          <a:lstStyle/>
          <a:p>
            <a:r>
              <a:rPr lang="ru-RU" dirty="0"/>
              <a:t>Выполнено: </a:t>
            </a:r>
            <a:r>
              <a:rPr lang="ru-RU" dirty="0" err="1"/>
              <a:t>Бекматов</a:t>
            </a:r>
            <a:r>
              <a:rPr lang="ru-RU" dirty="0"/>
              <a:t> </a:t>
            </a:r>
            <a:r>
              <a:rPr lang="ru-RU" dirty="0" err="1"/>
              <a:t>Омурбек</a:t>
            </a:r>
            <a:r>
              <a:rPr lang="ru-RU" dirty="0"/>
              <a:t> 410 ИС</a:t>
            </a:r>
          </a:p>
        </p:txBody>
      </p:sp>
    </p:spTree>
    <p:extLst>
      <p:ext uri="{BB962C8B-B14F-4D97-AF65-F5344CB8AC3E}">
        <p14:creationId xmlns:p14="http://schemas.microsoft.com/office/powerpoint/2010/main" val="33910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2682" y="356160"/>
            <a:ext cx="10515600" cy="1325563"/>
          </a:xfrm>
        </p:spPr>
        <p:txBody>
          <a:bodyPr/>
          <a:lstStyle/>
          <a:p>
            <a:r>
              <a:rPr lang="ru-RU" dirty="0"/>
              <a:t>О</a:t>
            </a:r>
            <a:r>
              <a:rPr lang="ru-RU" dirty="0">
                <a:effectLst/>
              </a:rPr>
              <a:t>писание (цели, задачи, назначение)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Приложение предназначено для систематизации личных и семейных финансов, обеспечения прозрачности денежных потоков и повышения финансовой грамотности пользователей. Его главная цель — помочь пользователю взять под контроль доходы и расходы, сформировать дисциплину накоплений и избежать кассовых разрывов. Задачи приложения включают автоматическую категоризацию транзакций, установку лимитов по бюджетам и визуализацию статистики в виде понятных графиков. Таким образом, приложение способствует осознанному потреблению и достижению долгосрочных финансовых целей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06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5251" y="431627"/>
            <a:ext cx="10515600" cy="1325563"/>
          </a:xfrm>
        </p:spPr>
        <p:txBody>
          <a:bodyPr/>
          <a:lstStyle/>
          <a:p>
            <a:r>
              <a:rPr lang="ru-RU" dirty="0"/>
              <a:t>Анализ существующих приложений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На рынке представлен ряд решений для учета финансов, однако каждый из них имеет ограничения. Банковские приложения обеспечивают автоматический импорт, но работают только в рамках экосистемы одного банка, что затрудняет общую картину при наличии счетов в разных организациях. Специализированные сервисы (например,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CoinKeeper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Moneon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 предлагают кросс-банковский учет, но часто перегружены сложным функционалом или требуют платной подписки для базовых возможностей. Табличные методы (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Excel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 гибки, но неудобны для мобильного использования и лишены автоматизации. Разрабатываемое приложение призвано устранить эти недостатки, предложив баланс между простотой интерфейса, бесплатным базовым функционалом и возможностью агрегации данных из различных источников.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406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 для разработки мобильного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Для обеспечения кроссплатформенности и высокой производительности планируется использование фреймворка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Flutter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что позволит запустить приложение на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iOS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и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Android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с единой кодовой базой. Серверная часть будет реализована на языке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Python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(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Django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/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FastAPI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 для надежной обработки данных и логики. В качестве системы управления базами данных выбран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PostgreSQL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обеспечивающий целостность финансовых записей. Для хранения чувствительных данных и передачи информации будут применены протоколы шифрования SSL/TLS и стандарты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OAuth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2.0. Интеграция с банками будет осуществляться через открытые API или сервисы-агрегаторы (например,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Salt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Edge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), а для аналитики подключены инструменты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Яндекс.Метрика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и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Firebase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417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D8801-9EDF-4B45-B6CE-0C9F210F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047" y="320302"/>
            <a:ext cx="2729753" cy="1325563"/>
          </a:xfrm>
        </p:spPr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9257D-BA6F-4389-B9AD-5D4F7DC6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Контроль ежедневных трат —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фиксация всех операций в реальном времени, ручная или автоматическая запись покупок, что позволяет избежать ситуации «непонятно, куда ушли деньги» и выявить скрытые утечки бюджета.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Автоматизация учета и категоризации —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умное распределение транзакций по категориям, распознавание смс от банков и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повторющихся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платежей, что снижает рутину и исключает человеческий фактор при вводе данных.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Планирование и бюджетирование —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установка лимитов на категории (еда, развлечения), прогнозирование остатков на конец месяца, а также учет запланированных крупных покупок, что предотвращает уход в минус.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Улучшение финансовой дисциплины —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push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-уведомления о превышении лимитов, напоминания об оплате счетов и подписок, игровые элементы для поощрения экономии, что формирует привычку откладывать средства.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Аналитика и отчетность —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генерация наглядных диаграмм и выгрузок за период, анализ динамики доходов и расходов, что упрощает принятие решений об оптимизации личного бюджета.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162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6AF7EBE-3CD6-4387-8F40-589173845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8303" y="2788153"/>
            <a:ext cx="5255393" cy="7346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4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638594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469</Words>
  <Application>Microsoft Office PowerPoint</Application>
  <PresentationFormat>Широкоэкранный</PresentationFormat>
  <Paragraphs>11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system-ui</vt:lpstr>
      <vt:lpstr>Тема Office</vt:lpstr>
      <vt:lpstr>Тема: Приложение для учета расхода финансов Finance App</vt:lpstr>
      <vt:lpstr>Описание (цели, задачи, назначение) </vt:lpstr>
      <vt:lpstr>Анализ существующих приложений</vt:lpstr>
      <vt:lpstr>Технологический стек для разработки мобильного приложения</vt:lpstr>
      <vt:lpstr>Проблемы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Приложение для водителей и менеджеров апв</dc:title>
  <dc:creator>Student</dc:creator>
  <cp:lastModifiedBy>Нина П</cp:lastModifiedBy>
  <cp:revision>7</cp:revision>
  <dcterms:created xsi:type="dcterms:W3CDTF">2025-09-09T11:50:44Z</dcterms:created>
  <dcterms:modified xsi:type="dcterms:W3CDTF">2026-03-03T10:31:51Z</dcterms:modified>
</cp:coreProperties>
</file>